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Interview Types &amp; Insights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what different interviews are really measuring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Every interview is a different game.</a:t>
            </a:r>
          </a:p>
          <a:p>
            <a:r>
              <a:t>• Same format: Question → Answer</a:t>
            </a:r>
          </a:p>
          <a:p>
            <a:r>
              <a:t>• Different scoring systems, expectations and outcomes.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Interview Spectrum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Entertainment → Influence → Inspiration → Selection → Governance → Employment</a:t>
            </a:r>
          </a:p>
          <a:p>
            <a:r>
              <a:t>• Celebrity</a:t>
            </a:r>
          </a:p>
          <a:p>
            <a:r>
              <a:t>• Politician</a:t>
            </a:r>
          </a:p>
          <a:p>
            <a:r>
              <a:t>• Topper</a:t>
            </a:r>
          </a:p>
          <a:p>
            <a:r>
              <a:t>• Admission</a:t>
            </a:r>
          </a:p>
          <a:p>
            <a:r>
              <a:t>• UPSC</a:t>
            </a:r>
          </a:p>
          <a:p>
            <a:r>
              <a:t>• Hiring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🎤 Celebrity Interviews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6576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Goal</a:t>
            </a:r>
          </a:p>
          <a:p>
            <a:r>
              <a:t>Entertainment &amp; relatability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097280"/>
            <a:ext cx="36576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Rewards</a:t>
            </a:r>
          </a:p>
          <a:p>
            <a:r>
              <a:t>Charm, storytelling, quick thinking</a:t>
            </a:r>
          </a:p>
        </p:txBody>
      </p:sp>
      <p:sp>
        <p:nvSpPr>
          <p:cNvPr id="5" name="Chevron 4"/>
          <p:cNvSpPr/>
          <p:nvPr/>
        </p:nvSpPr>
        <p:spPr>
          <a:xfrm>
            <a:off x="2468880" y="2926080"/>
            <a:ext cx="3657600" cy="91440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Hidden Skill: Image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🏛️ Politician Interviews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6576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Goal</a:t>
            </a:r>
          </a:p>
          <a:p>
            <a:r>
              <a:t>Accountability &amp; pressure testing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097280"/>
            <a:ext cx="36576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Rewards</a:t>
            </a:r>
          </a:p>
          <a:p>
            <a:r>
              <a:t>Composure, clarity, message control</a:t>
            </a:r>
          </a:p>
        </p:txBody>
      </p:sp>
      <p:sp>
        <p:nvSpPr>
          <p:cNvPr id="5" name="Chevron 4"/>
          <p:cNvSpPr/>
          <p:nvPr/>
        </p:nvSpPr>
        <p:spPr>
          <a:xfrm>
            <a:off x="2468880" y="2926080"/>
            <a:ext cx="3657600" cy="91440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Hidden Skill: Handling traps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🏆 Topper Interviews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6576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Goal</a:t>
            </a:r>
          </a:p>
          <a:p>
            <a:r>
              <a:t>Inspiration &amp; replication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097280"/>
            <a:ext cx="36576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Rewards</a:t>
            </a:r>
          </a:p>
          <a:p>
            <a:r>
              <a:t>Structure, discipline, humility</a:t>
            </a:r>
          </a:p>
        </p:txBody>
      </p:sp>
      <p:sp>
        <p:nvSpPr>
          <p:cNvPr id="5" name="Chevron 4"/>
          <p:cNvSpPr/>
          <p:nvPr/>
        </p:nvSpPr>
        <p:spPr>
          <a:xfrm>
            <a:off x="2468880" y="2926080"/>
            <a:ext cx="3657600" cy="91440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Hidden Skill: Making success teachable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🎓 College Admission Interviews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6576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Goal</a:t>
            </a:r>
          </a:p>
          <a:p>
            <a:r>
              <a:t>Fit, intent, maturity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097280"/>
            <a:ext cx="36576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Rewards</a:t>
            </a:r>
          </a:p>
          <a:p>
            <a:r>
              <a:t>Purpose, awareness, communication</a:t>
            </a:r>
          </a:p>
        </p:txBody>
      </p:sp>
      <p:sp>
        <p:nvSpPr>
          <p:cNvPr id="5" name="Chevron 4"/>
          <p:cNvSpPr/>
          <p:nvPr/>
        </p:nvSpPr>
        <p:spPr>
          <a:xfrm>
            <a:off x="2468880" y="2926080"/>
            <a:ext cx="3657600" cy="91440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Hidden Skill: Thoughtful opinions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⚖️ UPSC / IAS Interviews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6576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Goal</a:t>
            </a:r>
          </a:p>
          <a:p>
            <a:r>
              <a:t>Temperament &amp; judgement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097280"/>
            <a:ext cx="36576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Rewards</a:t>
            </a:r>
          </a:p>
          <a:p>
            <a:r>
              <a:t>Balance, ethics, calm thinking</a:t>
            </a:r>
          </a:p>
        </p:txBody>
      </p:sp>
      <p:sp>
        <p:nvSpPr>
          <p:cNvPr id="5" name="Chevron 4"/>
          <p:cNvSpPr/>
          <p:nvPr/>
        </p:nvSpPr>
        <p:spPr>
          <a:xfrm>
            <a:off x="2468880" y="2926080"/>
            <a:ext cx="3657600" cy="91440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Hidden Skill: Reasoning under uncertainty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💼 Company Hiring Interviews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6576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Goal</a:t>
            </a:r>
          </a:p>
          <a:p>
            <a:r>
              <a:t>Performance prediction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097280"/>
            <a:ext cx="3657600" cy="1828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Rewards</a:t>
            </a:r>
          </a:p>
          <a:p>
            <a:r>
              <a:t>Evidence, execution, role fit</a:t>
            </a:r>
          </a:p>
        </p:txBody>
      </p:sp>
      <p:sp>
        <p:nvSpPr>
          <p:cNvPr id="5" name="Chevron 4"/>
          <p:cNvSpPr/>
          <p:nvPr/>
        </p:nvSpPr>
        <p:spPr>
          <a:xfrm>
            <a:off x="2468880" y="2926080"/>
            <a:ext cx="3657600" cy="91440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Hidden Skill: Converting claims into proof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Hidden Skills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Celebrity → Image Management</a:t>
            </a:r>
          </a:p>
          <a:p>
            <a:r>
              <a:t>• Politician → Message Control</a:t>
            </a:r>
          </a:p>
          <a:p>
            <a:r>
              <a:t>• Topper → Structured Thinking</a:t>
            </a:r>
          </a:p>
          <a:p>
            <a:r>
              <a:t>• Admission → Clarity of Purpose</a:t>
            </a:r>
          </a:p>
          <a:p>
            <a:r>
              <a:t>• UPSC → Judgement</a:t>
            </a:r>
          </a:p>
          <a:p>
            <a:r>
              <a:t>• Hiring → Evidence-Based Communication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Same Question, Different Answers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"Tell me about yourself"</a:t>
            </a:r>
          </a:p>
          <a:p>
            <a:r>
              <a:t>• Celebrity: Story</a:t>
            </a:r>
          </a:p>
          <a:p>
            <a:r>
              <a:t>• Politician: Position</a:t>
            </a:r>
          </a:p>
          <a:p>
            <a:r>
              <a:t>• Topper: Method</a:t>
            </a:r>
          </a:p>
          <a:p>
            <a:r>
              <a:t>• Admission: Journey</a:t>
            </a:r>
          </a:p>
          <a:p>
            <a:r>
              <a:t>• UPSC: Perspective</a:t>
            </a:r>
          </a:p>
          <a:p>
            <a:r>
              <a:t>• Hiring: Evidence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Conflict Interviews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Salary negotiation</a:t>
            </a:r>
          </a:p>
          <a:p>
            <a:r>
              <a:t>• Exit interviews</a:t>
            </a:r>
          </a:p>
          <a:p>
            <a:r>
              <a:t>• Performance discussions</a:t>
            </a:r>
          </a:p>
          <a:p>
            <a:r>
              <a:t>• Disciplinary conversations</a:t>
            </a:r>
          </a:p>
          <a:p>
            <a:r>
              <a:t>• Rewards: Emotional control, accountability, negotiation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Before answering, identify what is being evaluated.</a:t>
            </a:r>
          </a:p>
          <a:p>
            <a:r>
              <a:t>• What behavior is rewarded?</a:t>
            </a:r>
          </a:p>
          <a:p>
            <a:r>
              <a:t>• What evidence is expected?</a:t>
            </a:r>
          </a:p>
          <a:p>
            <a:r>
              <a:t>• Adapt answers to the interview context.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